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ENERGY INFRASTRUCTURE PITCH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Nervous System for Nigeria's Electricity Accountability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023360"/>
            <a:ext cx="100584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Chuka Obunma | Founder &amp; Lead Architect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Audience: The Presidency, Federal Ministry of Power, NERC &amp; DisCos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Statement: Nigeria's Blackout Reality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Information Blackout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90 million grid-connected Nigerians are plunged into total darkness without knowing if it is a local trip, DisCo load shedding, or a national grid collapse.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12064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Passive Dead-End Helplines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complaint channels (PORS, phone lines) swallow citizen reports into a bureaucratic void with zero tracking or automated verification.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Band A Tariff Injustice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pay steep Band A tariffs (₦200+/kWh for 20+ hours) but frequently receive Band D or E supply with zero automatic refunds or tariff downgrades.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12064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Zero Accountability for Delays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DisCos suffer zero immediate financial consequence when transformer repairs or line faults take weeks, forcing citizens to self-fund repairs.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The Bright Energy Intelligence Platform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3383280" cy="4389120"/>
          </a:xfrm>
          <a:prstGeom prst="rect">
            <a:avLst/>
          </a:prstGeom>
          <a:solidFill>
            <a:srgbClr val="16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Hardware-Verified Telemetry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bi-directional gateway into Nigerian STS smart meters (Mojec, Momas, Conlog) confirming real power status at the citizen doorstep.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383280" cy="4389120"/>
          </a:xfrm>
          <a:prstGeom prst="rect">
            <a:avLst/>
          </a:prstGeom>
          <a:solidFill>
            <a:srgbClr val="16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Self-Executing NERC Law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countdown timers adhering strictly to NERC Customer Protection Regulations 2023 with direct legal restitution demands.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383280" cy="4389120"/>
          </a:xfrm>
          <a:prstGeom prst="rect">
            <a:avLst/>
          </a:prstGeom>
          <a:solidFill>
            <a:srgbClr val="16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Grid Transparency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SCADA transmission node mapping across all 11 DisCos showing system frequency (Hz), national generation (MW), and outage clusters.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Bright Outperforms PORS (Power Outage Reporting System)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Capabilities &amp; 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PORS (DisCos/Web)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Bright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 Verification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Passive unverified user complaint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Smart Meter Gateway &amp; telemetry 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Statutory Restitution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financial compensation for consumer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₦93.75/hr statutory credit demand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Transparency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Opaque 'Network Fault' statement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SCADA frequency (Hz) &amp; generation (MW)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Fails when cell data tower is dead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Offline Room SQLite + SMS Gateway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Protection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None; appliances burn without warning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3-Minute High-Pitch Grid Surge Siren &amp; Claim filing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PORS to the National Smart Meter Grid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RS-485, Zigbee &amp; GSM interfaces with Mojec, Momas, and Conlog STS prepaid meters.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3832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CitizenMeterStatus daemon pings meters every 15s to monitor line voltage, current, and relay state.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Triangulation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Substation injection lines and transformer cluster nodes pinpoint broken phases automatically.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Zero-Lag Dispatch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33832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 orders generated to DisCo field crew Alpha before the citizen even opens the app.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Accountability: ₦93.75/Hour Statutory Restitution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SLA Clock Limits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Emergency Public Hazards: Mandatory 2-Hour SLA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Feeder / Line Faults: Mandatory 24-Hour SLA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Burnt / Blown Transformers: Mandatory 48-Hour SLA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Level 1 to Level 4 Automated Escalation Ladder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escalation to NERC Consumer Forum Directorate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6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Restitution Engine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₦93.75 per Defaulting Hour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310896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NERC Customer Protection Regulations (CPR) 2023 Order on Service Level Agreements: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a DisCo breaches the statutory resolution deadline, Bright's calculation engine automatically tallies compensatory energy credits.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Certified statutory demand letters are compiled and transmitted directly to the DisCo Managing Director and NERC legal redress units.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DisCos now face real financial liability for every hour of delayed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 with NERC (The Regulator)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3383280" cy="402336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Compliance Cockpit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NERC receives an unalterable, real-time national map of all 11 DisCos tracking repair speeds, resolution compliance, and repeat transformer blowout hot-spots.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383280" cy="402336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377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Enforcement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2918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reliance on fabricated DisCo reports. Bright provides cryptographic, meter-verified proof of exact blackout durations and consumer impact.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383280" cy="402336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377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Tariff Band Auditing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32918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immediately alerts NERC when a feeder drops below its contractual hours (e.g. Band A failing 20h threshold), triggering automatic tariff downgrades.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Offline-Ready Architecture &amp; Zero-Data SMS Fallback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Room SQLite Persistence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power collapses and local telecom towers lose battery backup: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Bright does NOT freeze or display an error screen.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fault submissions, status updates, and SCADA maps are cached locally inside Android Room SQLite.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Sync Outbox Queue automatically pushes queued actions the second internet returns.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420624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Zero-Data SMS Gateway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65176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deep rural communities or complete data network outages: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Bright compiles fault tickets into an ultra-dense, encrypted SMS short-code.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Transmitted via carrier toll-free shortcodes directly into the regional DisCo SCADA server.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data airtime required by the citizen to log an outage or emergency.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Model: High-Margin National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solidFill>
            <a:srgbClr val="161E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₦500 ONE-TIME LIFETIME METER ACTIVATION FEE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₦25,000,000,000 (Twenty-Five Billion Naira)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national top-line revenue upon onboarding 50 Million Nigerian electricity consumers.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3383280" cy="237744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23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Lifetime Fee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572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₦500 one-time fee per meter gives citizens lifetime SLA auditing, surge protection alerts, and legal claims.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3840480"/>
            <a:ext cx="3383280" cy="237744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4023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Estate &amp; CDA Enterprise Tier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4572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subscription for residential estates and CDAs for transformer dues ledgers and legal dossiers.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840480"/>
            <a:ext cx="3383280" cy="237744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023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&amp; Mini-Grid Telemetry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4572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data pipeline subscriptions for solar companies, mini-grids, and DisCo asset engineers.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Hub: 30 Comprehensive Power Sector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338328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Surge Warning Siren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Audible high-pitch alarm + 3-min countdown to safely unplug sensitive TVs, freezers, and inverters.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38328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Damage Claims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claim filing under NERC CPR with certified surge timestamps for DisCo legal liabilities.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38328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CDA Ledgers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2377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contribution ledgers eliminating technician extortion for transformer repairs.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338328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Budget Calculator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663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appliance wattage audit to optimize battery/inverter schedules during tariff spikes.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4023360"/>
            <a:ext cx="338328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Whistleblower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4663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Cryptographically sealed reports on cable vandalism, illegal bypasses, and linesman bribery.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4023360"/>
            <a:ext cx="338328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Multi-Asset Switcher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4663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home, shop, office, and community borehole meters under a single unified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Inclusivity: Multi-Lingual Citizen Access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Nigeria's Electricity Response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0698480" cy="73152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Naija Pidgin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788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Light Dey Shine Well Well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Yorùbá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3657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Atunṣe Ina Monamona Naijiria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0" y="4526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Gyaran Matsalar Wutar Lantarki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Igbo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5394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Mmezi Ọkụ Eletrik Nigeria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Bright Delivers a Permanent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3383280" cy="4023360"/>
          </a:xfrm>
          <a:prstGeom prst="rect">
            <a:avLst/>
          </a:prstGeom>
          <a:solidFill>
            <a:srgbClr val="16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Economic Incentives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interventions failed because DisCos lost nothing by taking weeks to fix a feeder. With automatic ₦93.75/hr statutory restitution penalties, speed becomes their only profitable option.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383280" cy="4023360"/>
          </a:xfrm>
          <a:prstGeom prst="rect">
            <a:avLst/>
          </a:prstGeom>
          <a:solidFill>
            <a:srgbClr val="16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377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Asymmetric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2918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DisCos can no longer tell NERC they provided 22 hours of power when the smart meter gateway proves consumers only received 6 hours. Data integrity is absolute.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383280" cy="4023360"/>
          </a:xfrm>
          <a:prstGeom prst="rect">
            <a:avLst/>
          </a:prstGeom>
          <a:solidFill>
            <a:srgbClr val="16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377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Empowers 50M Citizen Monitors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32918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relying on overwhelmed government inspectors, Bright turns 50 million citizens into active, real-time grid monitors with legal standing.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BRIGHT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 &amp; Nationwide Rollout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10698480" cy="123444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(M 1-3)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NERC Regulatory Sandbox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pilot with EKEDC (Lagos) &amp; AEDC (Abuja). Integrate 250,000 smart meters on Band A feeders.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(M 4-6)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DisCo Gateway Rollout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520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across all 11 DisCos. Launch zero-data SMS gateway and public consumer onboarding drive.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10698480" cy="1234440"/>
          </a:xfrm>
          <a:prstGeom prst="rect">
            <a:avLst/>
          </a:prstGeom>
          <a:solidFill>
            <a:srgbClr val="16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846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(M 7-12)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5166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Million Scale &amp; Clearinghouse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4937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national saturation across 50M meters. Automatic token restitution clearinghouse active nationwide.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TO 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Up Nigeria Through Accountability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10058400" cy="2194560"/>
          </a:xfrm>
          <a:prstGeom prst="rect">
            <a:avLst/>
          </a:prstGeom>
          <a:solidFill>
            <a:srgbClr val="161E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834640"/>
            <a:ext cx="9326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Operational Integration with NERC Consumer Protection &amp; Enforcement Directorate.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Regulatory Directive for DisCos to expose open STS smart meter API telemetry to Bright.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Public Launch: Empowering 50 Million Nigerians to protect their power rights.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"Nigeria cannot industrialize in the dark. The Bright Project gives our nation the eyes, the data, and the legal teeth to ensure every Nigerian gets the power they pay for."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2026-09-16T15:19:21Z</dcterms:created>
  <dcterms:modified xsi:type="dcterms:W3CDTF">2026-09-16T15:19:21Z</dcterms:modified>
</cp:coreProperties>
</file>